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ublic Sans Bold" charset="1" panose="00000000000000000000"/>
      <p:regular r:id="rId19"/>
    </p:embeddedFont>
    <p:embeddedFont>
      <p:font typeface="Public San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62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82" y="4728792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EDUCATIONAL CHILDREN’S GAME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0974" y="1287553"/>
            <a:ext cx="16408332" cy="3128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4"/>
              </a:lnSpc>
            </a:pPr>
            <a:r>
              <a:rPr lang="en-US" sz="13059" spc="6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Project Scrum/Report 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882" y="7602855"/>
            <a:ext cx="7862435" cy="174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Jeremiah Onunkwo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Rayansh Chowatia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Abrianna Primavera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Aubin Chriss Izere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43097" y="8956210"/>
            <a:ext cx="1816210" cy="38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17"/>
              </a:lnSpc>
            </a:pPr>
            <a:r>
              <a:rPr lang="en-US" sz="2986" spc="1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Activity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6344" y="9667875"/>
            <a:ext cx="1581076" cy="38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62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PROJECT IDEA/BACKGROUND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2318" y="2303725"/>
            <a:ext cx="17415682" cy="6964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spc="74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The application is designed as an interactive ecosystem where users can visually explore different ecological zones such as sky, shoreline, water surface, and underwater environments.</a:t>
            </a:r>
          </a:p>
          <a:p>
            <a:pPr algn="l">
              <a:lnSpc>
                <a:spcPts val="4620"/>
              </a:lnSpc>
            </a:pPr>
            <a:r>
              <a:rPr lang="en-US" sz="3300" spc="74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Users will be able to: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 spc="74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Interact with animals through simple click-based actions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 spc="74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View educational information about each animal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 spc="74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Track their progress through a sticker collection system</a:t>
            </a:r>
          </a:p>
          <a:p>
            <a:pPr algn="l">
              <a:lnSpc>
                <a:spcPts val="4620"/>
              </a:lnSpc>
            </a:pPr>
            <a:r>
              <a:rPr lang="en-US" sz="3300" spc="74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The system emphasizes child-friendly design, including clear navigation, large interactive elements, and visually engaging content.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16344" y="9667875"/>
            <a:ext cx="1581076" cy="38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62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4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PROJECT STATUS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06871" y="2081360"/>
            <a:ext cx="16736212" cy="797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2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Current Status: Yellow</a:t>
            </a:r>
          </a:p>
          <a:p>
            <a:pPr algn="l">
              <a:lnSpc>
                <a:spcPts val="6300"/>
              </a:lnSpc>
            </a:pPr>
          </a:p>
          <a:p>
            <a:pPr algn="l">
              <a:lnSpc>
                <a:spcPts val="6300"/>
              </a:lnSpc>
            </a:pPr>
            <a:r>
              <a:rPr lang="en-US" sz="42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The project is currently in a Yellow status, indicating that significant progress has been made, but key functional features are still under development.</a:t>
            </a:r>
          </a:p>
          <a:p>
            <a:pPr algn="l">
              <a:lnSpc>
                <a:spcPts val="6300"/>
              </a:lnSpc>
            </a:pPr>
            <a:r>
              <a:rPr lang="en-US" sz="42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The user interface and layout of the system have been successfully implemented. However, interactive features such as animations, clickable elements, and dynamic updates are still being developed and integrated.</a:t>
            </a:r>
          </a:p>
          <a:p>
            <a:pPr algn="l">
              <a:lnSpc>
                <a:spcPts val="63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16344" y="9667875"/>
            <a:ext cx="1581076" cy="38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62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3529" y="1974685"/>
            <a:ext cx="16242893" cy="741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0" indent="-485775" lvl="1">
              <a:lnSpc>
                <a:spcPts val="5850"/>
              </a:lnSpc>
              <a:buFont typeface="Arial"/>
              <a:buChar char="•"/>
            </a:pPr>
            <a:r>
              <a:rPr lang="en-US" sz="4500" spc="2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During this development phase, the team has successfully implemented the core visual structure of the application.</a:t>
            </a:r>
          </a:p>
          <a:p>
            <a:pPr algn="l" marL="971550" indent="-485775" lvl="1">
              <a:lnSpc>
                <a:spcPts val="5850"/>
              </a:lnSpc>
              <a:buFont typeface="Arial"/>
              <a:buChar char="•"/>
            </a:pPr>
            <a:r>
              <a:rPr lang="en-US" sz="4500" spc="2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Completed components include:</a:t>
            </a:r>
          </a:p>
          <a:p>
            <a:pPr algn="l" marL="971550" indent="-485775" lvl="1">
              <a:lnSpc>
                <a:spcPts val="5850"/>
              </a:lnSpc>
              <a:buFont typeface="Arial"/>
              <a:buChar char="•"/>
            </a:pPr>
            <a:r>
              <a:rPr lang="en-US" sz="4500" spc="2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 homepage with navigation and a call-to-action</a:t>
            </a:r>
          </a:p>
          <a:p>
            <a:pPr algn="l" marL="971550" indent="-485775" lvl="1">
              <a:lnSpc>
                <a:spcPts val="5850"/>
              </a:lnSpc>
              <a:buFont typeface="Arial"/>
              <a:buChar char="•"/>
            </a:pPr>
            <a:r>
              <a:rPr lang="en-US" sz="4500" spc="2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Feature cards representing key functionalities</a:t>
            </a:r>
          </a:p>
          <a:p>
            <a:pPr algn="l" marL="971550" indent="-485775" lvl="1">
              <a:lnSpc>
                <a:spcPts val="5850"/>
              </a:lnSpc>
              <a:buFont typeface="Arial"/>
              <a:buChar char="•"/>
            </a:pPr>
            <a:r>
              <a:rPr lang="en-US" sz="4500" spc="2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 structured ecosystem screen layout</a:t>
            </a:r>
          </a:p>
          <a:p>
            <a:pPr algn="l" marL="971550" indent="-485775" lvl="1">
              <a:lnSpc>
                <a:spcPts val="5850"/>
              </a:lnSpc>
              <a:buFont typeface="Arial"/>
              <a:buChar char="•"/>
            </a:pPr>
            <a:r>
              <a:rPr lang="en-US" sz="4500" spc="2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 consistent footer and overall UI design</a:t>
            </a:r>
          </a:p>
          <a:p>
            <a:pPr algn="l" marL="971550" indent="-485775" lvl="1">
              <a:lnSpc>
                <a:spcPts val="5850"/>
              </a:lnSpc>
              <a:buFont typeface="Arial"/>
              <a:buChar char="•"/>
            </a:pPr>
            <a:r>
              <a:rPr lang="en-US" sz="4500" spc="2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Improved GitHub repository structure based on feedback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WORK COMPLETED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16344" y="9667875"/>
            <a:ext cx="1581076" cy="38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62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06866" y="1646011"/>
            <a:ext cx="16230594" cy="38509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66" y="792809"/>
            <a:ext cx="16230600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CHALLENGES / ISSUES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526762" y="2103630"/>
            <a:ext cx="16568756" cy="8810888"/>
            <a:chOff x="0" y="0"/>
            <a:chExt cx="22091675" cy="1174785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33350"/>
              <a:ext cx="20278773" cy="10587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06780" indent="-453390" lvl="1">
                <a:lnSpc>
                  <a:spcPts val="6300"/>
                </a:lnSpc>
                <a:buFont typeface="Arial"/>
                <a:buChar char="•"/>
              </a:pPr>
              <a:r>
                <a:rPr lang="en-US" sz="42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The team encountered several challenges during this phase of development.</a:t>
              </a:r>
            </a:p>
            <a:p>
              <a:pPr algn="l" marL="906780" indent="-453390" lvl="1">
                <a:lnSpc>
                  <a:spcPts val="6300"/>
                </a:lnSpc>
                <a:buFont typeface="Arial"/>
                <a:buChar char="•"/>
              </a:pPr>
              <a:r>
                <a:rPr lang="en-US" sz="42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One of the main challenges is transitioning from a static user interface to an interactive system. Implementing animations such as water movement and animal behavior while maintaini</a:t>
              </a:r>
              <a:r>
                <a:rPr lang="en-US" sz="42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ng performanc</a:t>
              </a:r>
              <a:r>
                <a:rPr lang="en-US" sz="42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 requires careful design and optimization.</a:t>
              </a:r>
            </a:p>
            <a:p>
              <a:pPr algn="l" marL="906780" indent="-453390" lvl="1">
                <a:lnSpc>
                  <a:spcPts val="6300"/>
                </a:lnSpc>
                <a:buFont typeface="Arial"/>
                <a:buChar char="•"/>
              </a:pPr>
              <a:r>
                <a:rPr lang="en-US" sz="42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Additionally, managing multiple features simultaneously requires effective time management and prioritization.</a:t>
              </a:r>
            </a:p>
            <a:p>
              <a:pPr algn="l">
                <a:lnSpc>
                  <a:spcPts val="630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684791" y="11115602"/>
              <a:ext cx="20406884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6344" y="9667875"/>
            <a:ext cx="1581076" cy="38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62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216356" y="1873245"/>
            <a:ext cx="16230594" cy="38509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NEXT STEPS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40775" y="2190924"/>
            <a:ext cx="17114341" cy="8902328"/>
            <a:chOff x="0" y="0"/>
            <a:chExt cx="22819121" cy="1186977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33350"/>
              <a:ext cx="20946523" cy="10709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28369" indent="-464185" lvl="1">
                <a:lnSpc>
                  <a:spcPts val="6449"/>
                </a:lnSpc>
                <a:buFont typeface="Arial"/>
                <a:buChar char="•"/>
              </a:pPr>
              <a:r>
                <a:rPr lang="en-US" sz="4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 the next development phase, the team will focus on implementing interactivity and completing core system functionality.</a:t>
              </a:r>
            </a:p>
            <a:p>
              <a:pPr algn="l" marL="928369" indent="-464185" lvl="1">
                <a:lnSpc>
                  <a:spcPts val="6449"/>
                </a:lnSpc>
                <a:buFont typeface="Arial"/>
                <a:buChar char="•"/>
              </a:pPr>
              <a:r>
                <a:rPr lang="en-US" sz="4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</a:t>
              </a:r>
              <a:r>
                <a:rPr lang="en-US" sz="4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lanned tasks include:</a:t>
              </a:r>
            </a:p>
            <a:p>
              <a:pPr algn="l" marL="928369" indent="-464185" lvl="1">
                <a:lnSpc>
                  <a:spcPts val="6449"/>
                </a:lnSpc>
                <a:buFont typeface="Arial"/>
                <a:buChar char="•"/>
              </a:pPr>
              <a:r>
                <a:rPr lang="en-US" sz="4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Adding animals to the ecosystem</a:t>
              </a:r>
            </a:p>
            <a:p>
              <a:pPr algn="l" marL="928369" indent="-464185" lvl="1">
                <a:lnSpc>
                  <a:spcPts val="6449"/>
                </a:lnSpc>
                <a:buFont typeface="Arial"/>
                <a:buChar char="•"/>
              </a:pPr>
              <a:r>
                <a:rPr lang="en-US" sz="4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Enabling</a:t>
              </a:r>
              <a:r>
                <a:rPr lang="en-US" sz="4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click-based interactions</a:t>
              </a:r>
            </a:p>
            <a:p>
              <a:pPr algn="l" marL="928369" indent="-464185" lvl="1">
                <a:lnSpc>
                  <a:spcPts val="6449"/>
                </a:lnSpc>
                <a:buFont typeface="Arial"/>
                <a:buChar char="•"/>
              </a:pPr>
              <a:r>
                <a:rPr lang="en-US" sz="4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Developing animal information cards</a:t>
              </a:r>
            </a:p>
            <a:p>
              <a:pPr algn="l" marL="928369" indent="-464185" lvl="1">
                <a:lnSpc>
                  <a:spcPts val="6449"/>
                </a:lnSpc>
                <a:buFont typeface="Arial"/>
                <a:buChar char="•"/>
              </a:pPr>
              <a:r>
                <a:rPr lang="en-US" sz="4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Implementing the sticker collection system</a:t>
              </a:r>
            </a:p>
            <a:p>
              <a:pPr algn="l" marL="928369" indent="-464185" lvl="1">
                <a:lnSpc>
                  <a:spcPts val="6449"/>
                </a:lnSpc>
                <a:buFont typeface="Arial"/>
                <a:buChar char="•"/>
              </a:pPr>
              <a:r>
                <a:rPr lang="en-US" sz="4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Adding animation elements such as water and movement</a:t>
              </a:r>
            </a:p>
            <a:p>
              <a:pPr algn="l">
                <a:lnSpc>
                  <a:spcPts val="6449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740269" y="11237522"/>
              <a:ext cx="21078852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6344" y="9667875"/>
            <a:ext cx="1581076" cy="38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62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REFLECTION – EXPERIENCE</a:t>
            </a:r>
          </a:p>
        </p:txBody>
      </p:sp>
      <p:sp>
        <p:nvSpPr>
          <p:cNvPr name="AutoShape 3" id="3"/>
          <p:cNvSpPr/>
          <p:nvPr/>
        </p:nvSpPr>
        <p:spPr>
          <a:xfrm>
            <a:off x="791647" y="1930210"/>
            <a:ext cx="16230857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16344" y="9667875"/>
            <a:ext cx="1581076" cy="38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871" y="2593452"/>
            <a:ext cx="16230600" cy="592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spc="2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This activity provided valuable experience in developing a real-world interactive system from design to implementation.</a:t>
            </a:r>
          </a:p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spc="2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The team particularly enjoyed working on the user interface and seeing the design ev</a:t>
            </a:r>
            <a:r>
              <a:rPr lang="en-US" sz="4200" spc="2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olve into a functional application.</a:t>
            </a:r>
          </a:p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spc="2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At the same time, implementing interactive features highlighted the complexity involved in transitioning from static designs to dynamic systems.</a:t>
            </a:r>
          </a:p>
          <a:p>
            <a:pPr algn="ctr">
              <a:lnSpc>
                <a:spcPts val="58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62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REFLECTION – TEAM ACHIEVEMENT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733774" y="1934178"/>
            <a:ext cx="16230594" cy="38509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689" y="2312790"/>
            <a:ext cx="15602663" cy="7141210"/>
            <a:chOff x="0" y="0"/>
            <a:chExt cx="20803551" cy="952161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33350"/>
              <a:ext cx="20803551" cy="6320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06780" indent="-453390" lvl="1">
                <a:lnSpc>
                  <a:spcPts val="6300"/>
                </a:lnSpc>
                <a:buFont typeface="Arial"/>
                <a:buChar char="•"/>
              </a:pPr>
              <a:r>
                <a:rPr lang="en-US" sz="42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The team is most proud of successfully implementing a consistent and visually engaging user interface.</a:t>
              </a:r>
            </a:p>
            <a:p>
              <a:pPr algn="l" marL="906780" indent="-453390" lvl="1">
                <a:lnSpc>
                  <a:spcPts val="6300"/>
                </a:lnSpc>
                <a:buFont typeface="Arial"/>
                <a:buChar char="•"/>
              </a:pPr>
              <a:r>
                <a:rPr lang="en-US" sz="42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The ecosystem screen represents a key achievement, as it serves as the foundation for all future interactive features.</a:t>
              </a:r>
            </a:p>
            <a:p>
              <a:pPr algn="l" marL="906780" indent="-453390" lvl="1">
                <a:lnSpc>
                  <a:spcPts val="6300"/>
                </a:lnSpc>
                <a:buFont typeface="Arial"/>
                <a:buChar char="•"/>
              </a:pPr>
              <a:r>
                <a:rPr lang="en-US" sz="42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Improvements to the GitHub repository structure also enhanced collaboration and project organization.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8889365"/>
              <a:ext cx="10569263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6344" y="9667875"/>
            <a:ext cx="1581076" cy="38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62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REFLECTION – LEARNING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486119" y="1934178"/>
            <a:ext cx="16230594" cy="38509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689" y="2312790"/>
            <a:ext cx="16208782" cy="7969885"/>
            <a:chOff x="0" y="0"/>
            <a:chExt cx="21611710" cy="1062651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33350"/>
              <a:ext cx="21476036" cy="95211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06780" indent="-453390" lvl="1">
                <a:lnSpc>
                  <a:spcPts val="6300"/>
                </a:lnSpc>
                <a:buFont typeface="Arial"/>
                <a:buChar char="•"/>
              </a:pPr>
              <a:r>
                <a:rPr lang="en-US" sz="42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Through this activity, the team developed a strong understanding of structured system design using MVC architecture.</a:t>
              </a:r>
            </a:p>
            <a:p>
              <a:pPr algn="l" marL="906780" indent="-453390" lvl="1">
                <a:lnSpc>
                  <a:spcPts val="6300"/>
                </a:lnSpc>
                <a:buFont typeface="Arial"/>
                <a:buChar char="•"/>
              </a:pPr>
              <a:r>
                <a:rPr lang="en-US" sz="42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We also gained practical experience in collaborative development using GitHub, including version control and project organization.</a:t>
              </a:r>
            </a:p>
            <a:p>
              <a:pPr algn="l" marL="906780" indent="-453390" lvl="1">
                <a:lnSpc>
                  <a:spcPts val="6300"/>
                </a:lnSpc>
                <a:buFont typeface="Arial"/>
                <a:buChar char="•"/>
              </a:pPr>
              <a:r>
                <a:rPr lang="en-US" sz="42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Additionally, we improved our ability to translate design concepts into functional components.</a:t>
              </a:r>
            </a:p>
            <a:p>
              <a:pPr algn="l">
                <a:lnSpc>
                  <a:spcPts val="630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9994265"/>
              <a:ext cx="21611710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6344" y="9667875"/>
            <a:ext cx="1581076" cy="38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62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REFLECTION – FUTURE USE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507943" y="1934178"/>
            <a:ext cx="16230594" cy="38509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689" y="2312790"/>
            <a:ext cx="16208782" cy="7169785"/>
            <a:chOff x="0" y="0"/>
            <a:chExt cx="21611710" cy="955971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33350"/>
              <a:ext cx="21476036" cy="8454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06780" indent="-453390" lvl="1">
                <a:lnSpc>
                  <a:spcPts val="6300"/>
                </a:lnSpc>
                <a:buFont typeface="Arial"/>
                <a:buChar char="•"/>
              </a:pPr>
              <a:r>
                <a:rPr lang="en-US" sz="42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The team will apply structured development practices, including MVC architecture and version control, in future projects.</a:t>
              </a:r>
            </a:p>
            <a:p>
              <a:pPr algn="l" marL="906780" indent="-453390" lvl="1">
                <a:lnSpc>
                  <a:spcPts val="6300"/>
                </a:lnSpc>
                <a:buFont typeface="Arial"/>
                <a:buChar char="•"/>
              </a:pPr>
              <a:r>
                <a:rPr lang="en-US" sz="42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Greater emphasis will be placed on early planning for interactive features and system behavior.</a:t>
              </a:r>
            </a:p>
            <a:p>
              <a:pPr algn="l" marL="906780" indent="-453390" lvl="1">
                <a:lnSpc>
                  <a:spcPts val="6300"/>
                </a:lnSpc>
                <a:buFont typeface="Arial"/>
                <a:buChar char="•"/>
              </a:pPr>
              <a:r>
                <a:rPr lang="en-US" sz="42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These improvements will support more efficient development and better project outcomes.</a:t>
              </a:r>
            </a:p>
            <a:p>
              <a:pPr algn="l">
                <a:lnSpc>
                  <a:spcPts val="630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8927465"/>
              <a:ext cx="21611710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6344" y="9667875"/>
            <a:ext cx="1581076" cy="38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62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2162495"/>
            <a:ext cx="15953207" cy="5480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460"/>
              </a:lnSpc>
              <a:buFont typeface="Arial"/>
              <a:buChar char="•"/>
            </a:pPr>
            <a:r>
              <a:rPr lang="en-US" sz="4200" spc="2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The team would benefit from additional guidance in implementing interactive features within web-based systems.</a:t>
            </a:r>
          </a:p>
          <a:p>
            <a:pPr algn="l" marL="906780" indent="-453390" lvl="1">
              <a:lnSpc>
                <a:spcPts val="5460"/>
              </a:lnSpc>
              <a:buFont typeface="Arial"/>
              <a:buChar char="•"/>
            </a:pPr>
            <a:r>
              <a:rPr lang="en-US" sz="4200" spc="2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Support in animation techniques, particularly for natural movements such as water and object motion, would improve the application.</a:t>
            </a:r>
          </a:p>
          <a:p>
            <a:pPr algn="l" marL="906780" indent="-453390" lvl="1">
              <a:lnSpc>
                <a:spcPts val="5460"/>
              </a:lnSpc>
              <a:buFont typeface="Arial"/>
              <a:buChar char="•"/>
            </a:pPr>
            <a:r>
              <a:rPr lang="en-US" sz="4200" spc="2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Further assistance in optimizing performance while adding dynamic elements would also be valuable.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REFLECTION – HELP NEEDED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16344" y="9667875"/>
            <a:ext cx="1581076" cy="38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62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52500"/>
            <a:ext cx="16230600" cy="639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4"/>
              </a:lnSpc>
              <a:spcBef>
                <a:spcPct val="0"/>
              </a:spcBef>
            </a:pPr>
            <a:r>
              <a:rPr lang="en-US" b="true" sz="3710" spc="842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CONCLUSION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711" y="1957172"/>
            <a:ext cx="16230594" cy="38509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16344" y="9667875"/>
            <a:ext cx="1581076" cy="38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2689" y="2520481"/>
            <a:ext cx="17855311" cy="773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1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The project has successfully established a strong visual and structural f</a:t>
            </a:r>
            <a:r>
              <a:rPr lang="en-US" sz="3999" spc="1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oundation for the Ecosystem Discovery Application.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1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Key user interface components, including the homepage, feature navigation, and ecosystem screen, have been implemented and integrated into a consistent design.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1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The team is now transitioning into the development of core interactive features, including animal interactions, information display, and progress tracking.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1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Overall, the project is progressing steadily and is on track to deliver a functional Minimum Viable Product (MVP).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62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50974" y="2322891"/>
            <a:ext cx="16408332" cy="209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Thank you!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6882" y="7602855"/>
            <a:ext cx="7862435" cy="174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Jeremiah Onunkwo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Rayansh Chowatia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Abrianna Primavera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Aubin Chriss Izere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659180" y="8956210"/>
            <a:ext cx="1581076" cy="73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ENSE 281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6344" y="9667875"/>
            <a:ext cx="1581076" cy="38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DAHEPZ8Z_80</dc:identifier>
  <dcterms:modified xsi:type="dcterms:W3CDTF">2011-08-01T06:04:30Z</dcterms:modified>
  <cp:revision>1</cp:revision>
  <dc:title>Copy of Cream Neutral Minimalist New Business Pitch Deck Presentation</dc:title>
</cp:coreProperties>
</file>