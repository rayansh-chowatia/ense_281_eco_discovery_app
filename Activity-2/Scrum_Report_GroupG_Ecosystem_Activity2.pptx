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0" r:id="rId6"/>
    <p:sldId id="257" r:id="rId7"/>
    <p:sldId id="258" r:id="rId8"/>
    <p:sldId id="261" r:id="rId9"/>
    <p:sldId id="286" r:id="rId10"/>
    <p:sldId id="287" r:id="rId11"/>
    <p:sldId id="288" r:id="rId12"/>
    <p:sldId id="289" r:id="rId13"/>
    <p:sldId id="297" r:id="rId14"/>
    <p:sldId id="290" r:id="rId15"/>
    <p:sldId id="291" r:id="rId16"/>
    <p:sldId id="292" r:id="rId17"/>
    <p:sldId id="294" r:id="rId18"/>
    <p:sldId id="295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Activity-2 Scrum Report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8698992" cy="2821432"/>
          </a:xfrm>
        </p:spPr>
        <p:txBody>
          <a:bodyPr>
            <a:noAutofit/>
          </a:bodyPr>
          <a:lstStyle/>
          <a:p>
            <a:r>
              <a:rPr lang="en-CA" sz="2000" b="1" dirty="0" err="1"/>
              <a:t>EcoDiscovery</a:t>
            </a:r>
            <a:r>
              <a:rPr lang="en-CA" sz="2000" b="1" dirty="0"/>
              <a:t> – Interactive Ecosystem Learning Platform</a:t>
            </a:r>
          </a:p>
          <a:p>
            <a:r>
              <a:rPr lang="en-CA" sz="2000" dirty="0"/>
              <a:t>ENSE-281: Software Engineering Management</a:t>
            </a:r>
          </a:p>
          <a:p>
            <a:endParaRPr lang="en-CA" sz="2000" dirty="0"/>
          </a:p>
          <a:p>
            <a:r>
              <a:rPr lang="en-CA" sz="2000" dirty="0"/>
              <a:t>Group G: </a:t>
            </a:r>
            <a:br>
              <a:rPr lang="en-CA" sz="2000" dirty="0"/>
            </a:br>
            <a:r>
              <a:rPr lang="en-CA" sz="2000" dirty="0"/>
              <a:t>Team Members: Rayansh, Jeremiah, Chriss, Abrianna</a:t>
            </a:r>
          </a:p>
          <a:p>
            <a:br>
              <a:rPr lang="en-CA" sz="2000" dirty="0"/>
            </a:br>
            <a:r>
              <a:rPr lang="en-CA" sz="2000" dirty="0"/>
              <a:t>Project Sponsor: Dr. Tim Maciag</a:t>
            </a:r>
            <a:br>
              <a:rPr lang="en-CA" sz="2000" dirty="0"/>
            </a:b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1203159"/>
            <a:ext cx="7781544" cy="1072681"/>
          </a:xfrm>
        </p:spPr>
        <p:txBody>
          <a:bodyPr/>
          <a:lstStyle/>
          <a:p>
            <a:r>
              <a:rPr lang="en-CA" dirty="0">
                <a:solidFill>
                  <a:srgbClr val="00B0F0"/>
                </a:solidFill>
              </a:rPr>
              <a:t>Problem Definition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75840"/>
            <a:ext cx="6803136" cy="363728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Traditional learning methods often struggle to effectively teach complex ecological concepts to young students. Static diagrams and text-based materials do not always provide engaging ways for students to understand how ecosystems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There is a need for interactive educational tools that allow students to explore ecosystems visually and learn about environmental relationships and conservation in a more engaging and intuitive way.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542926"/>
            <a:ext cx="7781544" cy="1732914"/>
          </a:xfrm>
        </p:spPr>
        <p:txBody>
          <a:bodyPr/>
          <a:lstStyle/>
          <a:p>
            <a:r>
              <a:rPr lang="en-CA" dirty="0">
                <a:solidFill>
                  <a:srgbClr val="00B0F0"/>
                </a:solidFill>
              </a:rPr>
              <a:t>Project Definition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18080"/>
            <a:ext cx="6803136" cy="389699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EcoDiscovery</a:t>
            </a:r>
            <a:r>
              <a:rPr lang="en-US" sz="2000" dirty="0">
                <a:solidFill>
                  <a:schemeClr val="bg1"/>
                </a:solidFill>
              </a:rPr>
              <a:t> is an interactive educational web application designed to help elementary school students explore freshwater ecosystems through discovery-based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system allows students to interact with a visual ecosystem environment, identify animals, and learn ecological facts through engaging gameplay mechanics.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This approach aims to improve understanding of ecosystems while encouraging curiosity and environmental awareness.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15581"/>
          </a:xfrm>
        </p:spPr>
        <p:txBody>
          <a:bodyPr/>
          <a:lstStyle/>
          <a:p>
            <a:r>
              <a:rPr lang="en-CA" sz="4500" dirty="0">
                <a:solidFill>
                  <a:srgbClr val="00B0F0"/>
                </a:solidFill>
              </a:rPr>
              <a:t>Key System Requirements</a:t>
            </a:r>
            <a:endParaRPr lang="en-US" sz="4500" dirty="0">
              <a:solidFill>
                <a:srgbClr val="00B0F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/>
              <a:t>Functional Requirements</a:t>
            </a:r>
          </a:p>
          <a:p>
            <a:r>
              <a:rPr lang="en-US" sz="2000" dirty="0"/>
              <a:t>• Users can explore an ecosystem environment</a:t>
            </a:r>
            <a:br>
              <a:rPr lang="en-US" sz="2000" dirty="0"/>
            </a:br>
            <a:r>
              <a:rPr lang="en-US" sz="2000" dirty="0"/>
              <a:t>• Users can click animals to discover educational information</a:t>
            </a:r>
            <a:br>
              <a:rPr lang="en-US" sz="2000" dirty="0"/>
            </a:br>
            <a:r>
              <a:rPr lang="en-US" sz="2000" dirty="0"/>
              <a:t>• The system unlocks stickers when animals are correctly identified</a:t>
            </a:r>
            <a:br>
              <a:rPr lang="en-US" sz="2000" dirty="0"/>
            </a:br>
            <a:r>
              <a:rPr lang="en-US" sz="2000" dirty="0"/>
              <a:t>• The system tracks discovery progress and achievements</a:t>
            </a:r>
          </a:p>
          <a:p>
            <a:r>
              <a:rPr lang="en-US" sz="2000" b="1" dirty="0"/>
              <a:t>Non-Functional Requirements</a:t>
            </a:r>
          </a:p>
          <a:p>
            <a:r>
              <a:rPr lang="en-US" sz="2000" dirty="0"/>
              <a:t>• Simple and intuitive interface suitable for Grade 3 students</a:t>
            </a:r>
            <a:br>
              <a:rPr lang="en-US" sz="2000" dirty="0"/>
            </a:br>
            <a:r>
              <a:rPr lang="en-US" sz="2000" dirty="0"/>
              <a:t>• Visually engaging educational experience</a:t>
            </a:r>
            <a:br>
              <a:rPr lang="en-US" sz="2000" dirty="0"/>
            </a:br>
            <a:r>
              <a:rPr lang="en-US" sz="2000" dirty="0"/>
              <a:t>• Responsive interaction with minimal delay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84830"/>
          </a:xfrm>
        </p:spPr>
        <p:txBody>
          <a:bodyPr/>
          <a:lstStyle/>
          <a:p>
            <a:r>
              <a:rPr lang="en-CA" sz="5000" dirty="0">
                <a:solidFill>
                  <a:srgbClr val="00B0F0"/>
                </a:solidFill>
              </a:rPr>
              <a:t>Project Scope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00B0F0"/>
                </a:solidFill>
              </a:rPr>
              <a:t>In Scope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CA" sz="2500" dirty="0">
                <a:solidFill>
                  <a:srgbClr val="00B0F0"/>
                </a:solidFill>
              </a:rPr>
              <a:t>Out of Scope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• Interactive freshwater ecosystem exploration</a:t>
            </a:r>
            <a:br>
              <a:rPr lang="en-CA" sz="2000" dirty="0"/>
            </a:br>
            <a:r>
              <a:rPr lang="en-CA" sz="2000" dirty="0"/>
              <a:t>• Animal discovery and educational information display</a:t>
            </a:r>
            <a:br>
              <a:rPr lang="en-CA" sz="2000" dirty="0"/>
            </a:br>
            <a:r>
              <a:rPr lang="en-CA" sz="2000" dirty="0"/>
              <a:t>• Sticker book system for tracking discoveries</a:t>
            </a:r>
            <a:br>
              <a:rPr lang="en-CA" sz="2000" dirty="0"/>
            </a:br>
            <a:r>
              <a:rPr lang="en-CA" sz="2000" dirty="0"/>
              <a:t>• Progress tracking and visual feedback</a:t>
            </a:r>
            <a:br>
              <a:rPr lang="en-CA" sz="2000" dirty="0"/>
            </a:br>
            <a:r>
              <a:rPr lang="en-CA" sz="2000" dirty="0"/>
              <a:t>• Environmental awareness interaction (garbage cleanup feature)</a:t>
            </a:r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• Multiplayer functionality</a:t>
            </a:r>
            <a:br>
              <a:rPr lang="en-US" sz="2000" dirty="0"/>
            </a:br>
            <a:r>
              <a:rPr lang="en-US" sz="2000" dirty="0"/>
              <a:t>• Complex ecological simulation systems</a:t>
            </a:r>
            <a:br>
              <a:rPr lang="en-US" sz="2000" dirty="0"/>
            </a:br>
            <a:r>
              <a:rPr lang="en-US" sz="2000" dirty="0"/>
              <a:t>• Integration with external educational platforms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E6578-B8AF-1138-4AF1-849E48C4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CA" sz="4000" dirty="0">
                <a:solidFill>
                  <a:srgbClr val="00B0F0"/>
                </a:solidFill>
              </a:rPr>
              <a:t>Stakeholder Engagement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48A2E8-2028-6E80-76B1-3A25CAB5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C8609-4711-36C0-E4A9-B214BC317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363579"/>
            <a:ext cx="11214099" cy="549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73A82-3B47-C2C1-2656-EDCB0432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338828"/>
          </a:xfrm>
        </p:spPr>
        <p:txBody>
          <a:bodyPr/>
          <a:lstStyle/>
          <a:p>
            <a:r>
              <a:rPr lang="en-CA" sz="4500" dirty="0">
                <a:solidFill>
                  <a:srgbClr val="00B0F0"/>
                </a:solidFill>
              </a:rPr>
              <a:t>System Architecture (MVC)</a:t>
            </a:r>
            <a:br>
              <a:rPr lang="en-CA" sz="4500" dirty="0">
                <a:solidFill>
                  <a:srgbClr val="00B0F0"/>
                </a:solidFill>
              </a:rPr>
            </a:br>
            <a:endParaRPr lang="en-CA" sz="4500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C70638-2DEE-6B82-ED6D-06DF9A05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5F0C0-00E6-0F7C-0741-B0F5D1869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9573469" cy="4579079"/>
          </a:xfrm>
        </p:spPr>
        <p:txBody>
          <a:bodyPr>
            <a:normAutofit/>
          </a:bodyPr>
          <a:lstStyle/>
          <a:p>
            <a:r>
              <a:rPr lang="en-US" sz="2500" dirty="0"/>
              <a:t>The system follows the </a:t>
            </a:r>
            <a:r>
              <a:rPr lang="en-US" sz="2500" b="1" dirty="0"/>
              <a:t>Model-View-Controller (MVC)</a:t>
            </a:r>
            <a:r>
              <a:rPr lang="en-US" sz="2500" dirty="0"/>
              <a:t> design pattern.</a:t>
            </a:r>
          </a:p>
          <a:p>
            <a:r>
              <a:rPr lang="en-US" sz="2500" b="1" dirty="0"/>
              <a:t>Model</a:t>
            </a:r>
            <a:br>
              <a:rPr lang="en-US" sz="2500" dirty="0"/>
            </a:br>
            <a:r>
              <a:rPr lang="en-US" sz="2500" dirty="0"/>
              <a:t>• Stores animal data and discovery progress</a:t>
            </a:r>
          </a:p>
          <a:p>
            <a:r>
              <a:rPr lang="en-US" sz="2500" b="1" dirty="0"/>
              <a:t>View</a:t>
            </a:r>
            <a:br>
              <a:rPr lang="en-US" sz="2500" dirty="0"/>
            </a:br>
            <a:r>
              <a:rPr lang="en-US" sz="2500" dirty="0"/>
              <a:t>• Displays the ecosystem interface and user interactions</a:t>
            </a:r>
          </a:p>
          <a:p>
            <a:r>
              <a:rPr lang="en-US" sz="2500" b="1" dirty="0"/>
              <a:t>Controller</a:t>
            </a:r>
            <a:br>
              <a:rPr lang="en-US" sz="2500" dirty="0"/>
            </a:br>
            <a:r>
              <a:rPr lang="en-US" sz="2500" dirty="0"/>
              <a:t>• Handles user actions and updates the system state</a:t>
            </a:r>
          </a:p>
          <a:p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98335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BB308-CAC2-F38F-10B5-301533AD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61212-E922-A642-D663-90099BF4C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9240961" cy="4579079"/>
          </a:xfrm>
        </p:spPr>
        <p:txBody>
          <a:bodyPr/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B9F5E-ED4A-148C-532D-278F7787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5" y="542924"/>
            <a:ext cx="11545365" cy="61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4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A7B6-11D3-E260-EAF1-8D44A6AE3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15581"/>
          </a:xfrm>
        </p:spPr>
        <p:txBody>
          <a:bodyPr/>
          <a:lstStyle/>
          <a:p>
            <a:r>
              <a:rPr lang="en-CA" sz="4500" dirty="0">
                <a:solidFill>
                  <a:srgbClr val="00B0F0"/>
                </a:solidFill>
              </a:rPr>
              <a:t>UML User 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4D383-BC2F-45CC-3037-AC77C64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9B798-B8B8-1E34-67B8-2CCC3FA294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8554027" cy="409324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Use Case Diagram illustrates how different users interact with the </a:t>
            </a:r>
            <a:r>
              <a:rPr lang="en-US" sz="2000" dirty="0" err="1"/>
              <a:t>EcoDiscovery</a:t>
            </a:r>
            <a:r>
              <a:rPr lang="en-US" sz="2000" dirty="0"/>
              <a:t> system and the main functionalities provided by the application.</a:t>
            </a:r>
          </a:p>
          <a:p>
            <a:r>
              <a:rPr lang="en-US" sz="2000" b="1" dirty="0"/>
              <a:t>Primary Actors</a:t>
            </a:r>
          </a:p>
          <a:p>
            <a:r>
              <a:rPr lang="en-US" sz="2000" b="1" dirty="0"/>
              <a:t>Student (Primary User)</a:t>
            </a:r>
            <a:br>
              <a:rPr lang="en-US" sz="2000" dirty="0"/>
            </a:br>
            <a:r>
              <a:rPr lang="en-US" sz="2000" dirty="0"/>
              <a:t>• Explores the ecosystem environment</a:t>
            </a:r>
            <a:br>
              <a:rPr lang="en-US" sz="2000" dirty="0"/>
            </a:br>
            <a:r>
              <a:rPr lang="en-US" sz="2000" dirty="0"/>
              <a:t>• Identifies animals within the ecosystem</a:t>
            </a:r>
            <a:br>
              <a:rPr lang="en-US" sz="2000" dirty="0"/>
            </a:br>
            <a:r>
              <a:rPr lang="en-US" sz="2000" dirty="0"/>
              <a:t>• Unlocks stickers after discovering animals</a:t>
            </a:r>
            <a:br>
              <a:rPr lang="en-US" sz="2000" dirty="0"/>
            </a:br>
            <a:r>
              <a:rPr lang="en-US" sz="2000" dirty="0"/>
              <a:t>• Views progress in the sticker book</a:t>
            </a:r>
          </a:p>
          <a:p>
            <a:r>
              <a:rPr lang="en-US" sz="2000" b="1" dirty="0"/>
              <a:t>Teacher (Secondary User)</a:t>
            </a:r>
            <a:br>
              <a:rPr lang="en-US" sz="2000" dirty="0"/>
            </a:br>
            <a:r>
              <a:rPr lang="en-US" sz="2000" dirty="0"/>
              <a:t>• Accesses teacher mode</a:t>
            </a:r>
            <a:br>
              <a:rPr lang="en-US" sz="2000" dirty="0"/>
            </a:br>
            <a:r>
              <a:rPr lang="en-US" sz="2000" dirty="0"/>
              <a:t>• Resets student progress</a:t>
            </a:r>
            <a:br>
              <a:rPr lang="en-US" sz="2000" dirty="0"/>
            </a:br>
            <a:r>
              <a:rPr lang="en-US" sz="2000" dirty="0"/>
              <a:t>• Reveals all animals for demonstration purposes</a:t>
            </a:r>
          </a:p>
          <a:p>
            <a:pPr marL="0" indent="0">
              <a:buNone/>
            </a:pP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98802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65047A-FDDB-85D7-D9BC-0159E93E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61FE9-5259-60CF-979C-88BA118A8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35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CB79-7D10-B690-7FF5-382C5CD1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15581"/>
          </a:xfrm>
        </p:spPr>
        <p:txBody>
          <a:bodyPr/>
          <a:lstStyle/>
          <a:p>
            <a:r>
              <a:rPr lang="en-CA" sz="4500" dirty="0">
                <a:solidFill>
                  <a:srgbClr val="00B0F0"/>
                </a:solidFill>
              </a:rPr>
              <a:t>Data Flow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62FEA8-9657-0C5D-8FE1-839C3582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8FA9-3B91-FBE6-7061-C87547E2C7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382" y="1625385"/>
            <a:ext cx="8915400" cy="4093243"/>
          </a:xfrm>
        </p:spPr>
        <p:txBody>
          <a:bodyPr/>
          <a:lstStyle/>
          <a:p>
            <a:r>
              <a:rPr lang="en-CA" sz="2000" dirty="0"/>
              <a:t>This diagram shows how information moves through the system when a user interacts with the ecosystem.</a:t>
            </a:r>
          </a:p>
          <a:p>
            <a:r>
              <a:rPr lang="en-CA" sz="2000" dirty="0"/>
              <a:t>Example flow:</a:t>
            </a:r>
          </a:p>
          <a:p>
            <a:r>
              <a:rPr lang="en-CA" sz="2000" dirty="0"/>
              <a:t>User Interaction</a:t>
            </a:r>
            <a:br>
              <a:rPr lang="en-CA" sz="2000" dirty="0"/>
            </a:br>
            <a:r>
              <a:rPr lang="en-CA" sz="2000" dirty="0"/>
              <a:t>↓</a:t>
            </a:r>
            <a:br>
              <a:rPr lang="en-CA" sz="2000" dirty="0"/>
            </a:br>
            <a:r>
              <a:rPr lang="en-CA" sz="2000" dirty="0"/>
              <a:t>Controller Processes Input</a:t>
            </a:r>
            <a:br>
              <a:rPr lang="en-CA" sz="2000" dirty="0"/>
            </a:br>
            <a:r>
              <a:rPr lang="en-CA" sz="2000" dirty="0"/>
              <a:t>↓</a:t>
            </a:r>
            <a:br>
              <a:rPr lang="en-CA" sz="2000" dirty="0"/>
            </a:br>
            <a:r>
              <a:rPr lang="en-CA" sz="2000" dirty="0"/>
              <a:t>Animal Data Retrieved</a:t>
            </a:r>
            <a:br>
              <a:rPr lang="en-CA" sz="2000" dirty="0"/>
            </a:br>
            <a:r>
              <a:rPr lang="en-CA" sz="2000" dirty="0"/>
              <a:t>↓</a:t>
            </a:r>
            <a:br>
              <a:rPr lang="en-CA" sz="2000" dirty="0"/>
            </a:br>
            <a:r>
              <a:rPr lang="en-CA" sz="2000" dirty="0"/>
              <a:t>Discovery Progress Updated</a:t>
            </a:r>
            <a:br>
              <a:rPr lang="en-CA" sz="2000" dirty="0"/>
            </a:br>
            <a:r>
              <a:rPr lang="en-CA" sz="2000" dirty="0"/>
              <a:t>↓</a:t>
            </a:r>
            <a:br>
              <a:rPr lang="en-CA" sz="2000" dirty="0"/>
            </a:br>
            <a:r>
              <a:rPr lang="en-CA" sz="2000" dirty="0"/>
              <a:t>Sticker Book and Interface Updated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15678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B53A6-EB82-4586-7DD2-86996F69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54C82-20CA-EB63-7F12-5541544D2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" y="237679"/>
            <a:ext cx="12046527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50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F329-9A3C-D123-D9FA-D08A567D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15581"/>
          </a:xfrm>
        </p:spPr>
        <p:txBody>
          <a:bodyPr/>
          <a:lstStyle/>
          <a:p>
            <a:r>
              <a:rPr lang="en-CA" sz="4500" dirty="0">
                <a:solidFill>
                  <a:srgbClr val="00B0F0"/>
                </a:solidFill>
              </a:rPr>
              <a:t>High Fidelity Prototype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D8EE5-0E68-F311-2BB3-F45FF633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673D6-1CE7-74E9-6A19-6576E386E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7072" y="2438401"/>
            <a:ext cx="7017328" cy="3280228"/>
          </a:xfrm>
        </p:spPr>
        <p:txBody>
          <a:bodyPr/>
          <a:lstStyle/>
          <a:p>
            <a:pPr marL="0" indent="0">
              <a:buNone/>
            </a:pPr>
            <a:r>
              <a:rPr lang="en-CA" sz="3000" b="1" dirty="0"/>
              <a:t>Get Ready For User Experience through Figma !!</a:t>
            </a:r>
          </a:p>
        </p:txBody>
      </p:sp>
    </p:spTree>
    <p:extLst>
      <p:ext uri="{BB962C8B-B14F-4D97-AF65-F5344CB8AC3E}">
        <p14:creationId xmlns:p14="http://schemas.microsoft.com/office/powerpoint/2010/main" val="99419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30F8-262D-3A26-5943-AF2330A0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15581"/>
          </a:xfrm>
        </p:spPr>
        <p:txBody>
          <a:bodyPr/>
          <a:lstStyle/>
          <a:p>
            <a:r>
              <a:rPr lang="en-US" sz="4500" dirty="0">
                <a:solidFill>
                  <a:srgbClr val="00B0F0"/>
                </a:solidFill>
              </a:rPr>
              <a:t>Team Reflections</a:t>
            </a:r>
            <a:endParaRPr lang="en-CA" sz="4500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97547-ACE5-954B-4214-11E17C8C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0C99710-203F-CE12-4BBB-F9859FFFCCA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32862" y="2114272"/>
            <a:ext cx="863599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activity helped us understand how software engineering planning and system design are applied within a real-world project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enjoyed designing an interactive educational concept and developing the high-fidelity prototype.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One challenge was ensuring consistency across documentation, system diagrams, and the interface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are most proud of creating a clear system architecture along with a prototype that effectively demonstrates the intended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 a team, one of the most difficult tasks was making decisions when different opinions arose and finding a common ground.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 the future, we plan to continue applying Agile workflows, UML design techniques, and user-centered design approaches.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would appreciate further guidance on how to transition from system design into full system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86359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D0B1-9D8B-E2F1-DBF3-DE4CBBE4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CA" sz="6400" dirty="0">
                <a:solidFill>
                  <a:srgbClr val="00B0F0"/>
                </a:solidFill>
              </a:rPr>
              <a:t>Feedback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418BB2-91E6-BFF1-0A04-2187C632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01FE8-1178-7709-961B-3909BFA9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1" y="1747520"/>
            <a:ext cx="5521959" cy="447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41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1217" y="2807207"/>
            <a:ext cx="6754091" cy="2741537"/>
          </a:xfrm>
        </p:spPr>
        <p:txBody>
          <a:bodyPr/>
          <a:lstStyle/>
          <a:p>
            <a:r>
              <a:rPr lang="en-US" sz="6500" dirty="0">
                <a:solidFill>
                  <a:srgbClr val="00B0F0"/>
                </a:solidFill>
              </a:rPr>
              <a:t>Thank You </a:t>
            </a:r>
            <a:endParaRPr lang="en-GB" sz="6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321</TotalTime>
  <Words>638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Trade Gothic LT Pro</vt:lpstr>
      <vt:lpstr>Trebuchet MS</vt:lpstr>
      <vt:lpstr>Office Theme</vt:lpstr>
      <vt:lpstr>Activity-2 Scrum Report</vt:lpstr>
      <vt:lpstr>Problem Definition</vt:lpstr>
      <vt:lpstr>Project Definition</vt:lpstr>
      <vt:lpstr>Key System Requirements</vt:lpstr>
      <vt:lpstr>Project Scope</vt:lpstr>
      <vt:lpstr>Stakeholder Engagement</vt:lpstr>
      <vt:lpstr>System Architecture (MVC) </vt:lpstr>
      <vt:lpstr>PowerPoint Presentation</vt:lpstr>
      <vt:lpstr>UML User Case Diagram</vt:lpstr>
      <vt:lpstr>PowerPoint Presentation</vt:lpstr>
      <vt:lpstr>Data Flow Diagram</vt:lpstr>
      <vt:lpstr>PowerPoint Presentation</vt:lpstr>
      <vt:lpstr>High Fidelity Prototype</vt:lpstr>
      <vt:lpstr>Team Reflections</vt:lpstr>
      <vt:lpstr>Feedback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rayansh chowatia</dc:creator>
  <cp:lastModifiedBy>rayansh chowatia</cp:lastModifiedBy>
  <cp:revision>6</cp:revision>
  <dcterms:created xsi:type="dcterms:W3CDTF">2026-03-04T19:15:18Z</dcterms:created>
  <dcterms:modified xsi:type="dcterms:W3CDTF">2026-03-07T02:19:32Z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